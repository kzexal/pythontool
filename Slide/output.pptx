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63" r:id="rId11"/>
    <p:sldId id="264" r:id="rId12"/>
    <p:sldId id="265" r:id="rId13"/>
    <p:sldId id="266" r:id="rId14"/>
    <p:sldId id="267" r:id="rId15"/>
    <p:sldId id="268" r:id="rId16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90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17/10/2026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17/10/2026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17/10/2026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hust.edu.vn" TargetMode="External"/><Relationship Id="rId3" Type="http://schemas.openxmlformats.org/officeDocument/2006/relationships/hyperlink" Target="https://google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rial"/>
              </a:rPr>
              <a:t>Nội dung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0"/>
              </a:spcAft>
            </a:pPr>
            <a:r>
              <a:rPr sz="3200" b="1">
                <a:latin typeface="Arial"/>
              </a:rPr>
              <a:t>Phần 1: Giới thiệu chung</a:t>
            </a:r>
          </a:p>
          <a:p>
            <a:pPr>
              <a:spcAft>
                <a:spcPts val="3600"/>
              </a:spcAft>
            </a:pPr>
            <a:r>
              <a:rPr sz="3200" b="1">
                <a:latin typeface="Arial"/>
              </a:rPr>
              <a:t>Phần 2: Ứng dụng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600" b="1">
                <a:solidFill>
                  <a:srgbClr val="BE1E3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Phần 1: Giới thiệu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600" b="1">
                <a:solidFill>
                  <a:srgbClr val="BE1E3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rial"/>
              </a:rPr>
              <a:t>Tổng quan về Trí tuệ Nhân tạo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Bef>
                <a:spcPts val="1200"/>
              </a:spcBef>
              <a:spcAft>
                <a:spcPts val="2400"/>
              </a:spcAft>
              <a:buChar char="•"/>
            </a:pPr>
            <a:r>
              <a:rPr sz="3200">
                <a:latin typeface="Arial"/>
              </a:rPr>
              <a:t>Đây là một slide ít chữ (chỉ có 2 dòng)</a:t>
            </a:r>
          </a:p>
          <a:p>
            <a:pPr marL="365760" indent="-365760">
              <a:spcBef>
                <a:spcPts val="1200"/>
              </a:spcBef>
              <a:spcAft>
                <a:spcPts val="2400"/>
              </a:spcAft>
              <a:buChar char="•"/>
            </a:pPr>
            <a:r>
              <a:rPr sz="3200">
                <a:latin typeface="Arial"/>
              </a:rPr>
              <a:t>Bạn sẽ thấy cỡ chữ của slide này tự động to 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600" b="1">
                <a:solidFill>
                  <a:srgbClr val="BE1E3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rial"/>
              </a:rPr>
              <a:t>Các nguồn tài liệu tham khảo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Bef>
                <a:spcPts val="1200"/>
              </a:spcBef>
              <a:spcAft>
                <a:spcPts val="2400"/>
              </a:spcAft>
              <a:buChar char="•"/>
            </a:pPr>
            <a:r>
              <a:rPr sz="3200">
                <a:latin typeface="Arial"/>
              </a:rPr>
              <a:t>Bạn có thể vào xem trang chủ của </a:t>
            </a:r>
            <a:r>
              <a:rPr sz="3200">
                <a:latin typeface="Arial"/>
                <a:hlinkClick r:id="rId2"/>
              </a:rPr>
              <a:t>Đại học Bách Khoa</a:t>
            </a:r>
            <a:r>
              <a:rPr sz="3200">
                <a:latin typeface="Arial"/>
              </a:rPr>
              <a:t>.</a:t>
            </a:r>
          </a:p>
          <a:p>
            <a:pPr marL="365760" indent="-365760">
              <a:spcBef>
                <a:spcPts val="1200"/>
              </a:spcBef>
              <a:spcAft>
                <a:spcPts val="2400"/>
              </a:spcAft>
              <a:buChar char="•"/>
            </a:pPr>
            <a:r>
              <a:rPr sz="3200">
                <a:latin typeface="Arial"/>
              </a:rPr>
              <a:t>Đây là đường dẫn đến </a:t>
            </a:r>
            <a:r>
              <a:rPr sz="3200">
                <a:latin typeface="Arial"/>
                <a:hlinkClick r:id="rId3"/>
              </a:rPr>
              <a:t>Google</a:t>
            </a:r>
            <a:r>
              <a:rPr sz="3200"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600" b="1">
                <a:solidFill>
                  <a:srgbClr val="BE1E3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Phần 2: Ứng dụng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600" b="1">
                <a:solidFill>
                  <a:srgbClr val="BE1E3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rial"/>
              </a:rPr>
              <a:t>Thách thức của AI trong tương lai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Bef>
                <a:spcPts val="800"/>
              </a:spcBef>
              <a:spcAft>
                <a:spcPts val="1200"/>
              </a:spcAft>
              <a:buChar char="•"/>
            </a:pPr>
            <a:r>
              <a:rPr sz="2800">
                <a:latin typeface="Arial"/>
              </a:rPr>
              <a:t>Vấn đề bảo mật dữ liệu người dùng toàn cầu</a:t>
            </a:r>
          </a:p>
          <a:p>
            <a:pPr marL="914400" indent="-365760">
              <a:spcAft>
                <a:spcPts val="600"/>
              </a:spcAft>
              <a:buChar char="◦"/>
            </a:pPr>
            <a:r>
              <a:rPr sz="2400">
                <a:latin typeface="Arial"/>
              </a:rPr>
              <a:t>Hacker có thể tấn công vào cơ sở dữ liệu</a:t>
            </a:r>
          </a:p>
          <a:p>
            <a:pPr marL="914400" indent="-365760">
              <a:spcAft>
                <a:spcPts val="600"/>
              </a:spcAft>
              <a:buChar char="◦"/>
            </a:pPr>
            <a:r>
              <a:rPr sz="2400">
                <a:latin typeface="Arial"/>
              </a:rPr>
              <a:t>Rò rỉ thông tin cá nhân</a:t>
            </a:r>
          </a:p>
          <a:p>
            <a:pPr marL="365760" indent="-365760">
              <a:spcBef>
                <a:spcPts val="800"/>
              </a:spcBef>
              <a:spcAft>
                <a:spcPts val="1200"/>
              </a:spcAft>
              <a:buChar char="•"/>
            </a:pPr>
            <a:r>
              <a:rPr sz="2800">
                <a:latin typeface="Arial"/>
              </a:rPr>
              <a:t>Đạo đức AI và rủi ro máy móc thiên vị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600" b="1">
                <a:solidFill>
                  <a:srgbClr val="BE1E3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Bui Duy Khanh 20250908E</cp:lastModifiedBy>
  <cp:revision>10</cp:revision>
  <dcterms:created xsi:type="dcterms:W3CDTF">2021-05-28T04:32:29Z</dcterms:created>
  <dcterms:modified xsi:type="dcterms:W3CDTF">2026-10-17T12:53:09Z</dcterms:modified>
</cp:coreProperties>
</file>